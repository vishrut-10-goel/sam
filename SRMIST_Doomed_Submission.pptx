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8" name="Google Shape;88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9" name="Google Shape;99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7" name="Google Shape;117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9" name="Google Shape;129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3" name="Google Shape;153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 lang="en-US"/>
          </a:p>
        </p:txBody>
      </p:sp>
      <p:sp>
        <p:nvSpPr>
          <p:cNvPr id="160" name="Google Shape;160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4" name="Google Shape;44;p19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6" name="Google Shape;46;p19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 panose="020B0604020202020204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 panose="020B0604020202020204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 panose="020B0604020202020204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 panose="020B0604020202020204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255"/>
            <a:ext cx="638111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Theme ID - 1 (Agentic Code Intelligence)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Team Name - Doomed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College Name - SRMIST Kattankulathur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Member Name &amp; Email 1- Vishrut Goel, </a:t>
            </a:r>
            <a:r>
              <a:rPr lang="en-IN" alt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vg9532@srmist.edu.in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Member Name &amp; Email 2- Mansi Dabbiru, m</a:t>
            </a:r>
            <a:r>
              <a:rPr lang="en-IN" alt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d3808</a:t>
            </a:r>
            <a:r>
              <a:rPr lang="en-IN" altLang="en-US" sz="1600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@srmist.edu.in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indent="-1905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</a:pPr>
            <a:r>
              <a:rPr lang="en-US" sz="16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Github link - https://github.com/Vishrut-10-Goel/Sam</a:t>
            </a:r>
            <a:endParaRPr lang="en-US" sz="1600" b="0" i="0" u="none" strike="noStrike" cap="none">
              <a:solidFill>
                <a:srgbClr val="63637E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Theme</a:t>
            </a:r>
            <a:endParaRPr lang="en-US" b="1">
              <a:solidFill>
                <a:srgbClr val="704EA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Theme 1: Agentic Code Intelligence.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Given a library of code and a natural-language query, rank the code snippets by relevance.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Retrieval only. No answer generation, no explanation of results.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Thousands of snippets, and they keep getting longer. Too much for an LLM context window, and retrieval has to be faster than generation.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Must run on CPU, with minimal GPU use.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Three goals:</a:t>
            </a:r>
            <a:endParaRPr sz="155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400"/>
              <a:t>P0: retrieval accuracy, scored on CoIR AppsRetrieval (NDCG@10, MRR)</a:t>
            </a:r>
            <a:endParaRPr sz="14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400"/>
              <a:t>P1: retrieval across versions. Rebuild indexes and caches for any change, in reasonable time</a:t>
            </a:r>
            <a:endParaRPr sz="14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400"/>
              <a:t>Bonus: evolutionary retrieval. Search every version at once, where near-identical snippets are hard to rank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Existing Solutions &amp; Gaps</a:t>
            </a:r>
            <a:endParaRPr lang="en-US" b="1">
              <a:solidFill>
                <a:srgbClr val="704EA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8" name="Google Shape;108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>
                <a:sym typeface="+mn-ea"/>
              </a:rPr>
              <a:t> IDE and </a:t>
            </a:r>
            <a:r>
              <a:rPr sz="1600"/>
              <a:t>grep</a:t>
            </a:r>
            <a:r>
              <a:rPr lang="en-IN" sz="1600"/>
              <a:t> s</a:t>
            </a:r>
            <a:r>
              <a:rPr sz="1600"/>
              <a:t>earch match letters, not meaning. Search "send email" and code called dispatchNotification is invisible.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Pasting the codebase into an LLM: it does not fit in any context window, and LLMs are slow on long text. Retrieval is meant to be the fast first stage.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Generic sentence embeddings are weak on code. We measured all-MiniLM-L6-v2 at NDCG@10 0.066, where the right answer usually was not in the top ten.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Static indexes go stale. A full rebuild of a 654-file repo takes 43 minutes, and redoing that for three edited files is wasted work.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Nothing searches history. "Which release introduced this?" has no answer.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A stale index fails silently and returns line numbers that have since moved.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Our Solutions &amp; Architecture Diagram</a:t>
            </a:r>
            <a:endParaRPr lang="en-US" b="1">
              <a:solidFill>
                <a:srgbClr val="704EA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700"/>
              <a:t>Lodestone. Two stages: indexing is slow and runs once, querying is milliseconds and runs constantly.</a:t>
            </a:r>
            <a:endParaRPr sz="1700"/>
          </a:p>
        </p:txBody>
      </p:sp>
      <p:pic>
        <p:nvPicPr>
          <p:cNvPr id="115" name="Picture 114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68525"/>
            <a:ext cx="11430000" cy="43749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 &amp; Product Walkthrough</a:t>
            </a:r>
            <a:endParaRPr lang="en-US" b="1">
              <a:solidFill>
                <a:srgbClr val="704EA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Everything runs in one browser page. No terminal. The server keeps the model loaded and searches return in 25-65 ms.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Index any source: a folder on disk, a zip upload, or N commits of a git repository.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P0: paste a programming problem against the 8,765-solution benchmark corpus and the correct solution comes back first.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Generality: the same engine on the requests library, 120 files. "how do I configure retries" returns adapters.py, with the snippet opening on max_retries.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P1: edit a file and the result is flagged stale instead of shown wrong. One click re-indexes only the file that changed.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Bonus: six releases of requests in one index. Each result is one file and shows which versions hold the matching code.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Demo video: https://drive.google.com/file/d/1Q7Fo2h1sU-zAU98qJM5UCKXENwmgg-t8/view?usp=sharing</a:t>
            </a:r>
            <a:endParaRPr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Model: Alibaba-NLP/gte-modernbert-base, 768 dimensions, CLS pooling. Chosen after measuring three candidates.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Runtime: fp32 ONNX through onnxruntime, CPU only. 78 minutes against 97 for PyTorch on a full pass, with identical accuracy.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Maths: NumPy. Cosine similarity over normalised vectors is one matrix multiply.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Chunking: line-aligned windows under 1,024 tokens with a path, class and function header. Optional AST chunking for Python.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Storage: .npy embedding matrix, JSONL chunk table, JSON manifest. Atomic writes, checksummed. No database.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Web: FastAPI with plain HTML, CSS and JavaScript. No framework, no build step.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Evaluation: MTEB 2.21.8, as the problem statement specifies. Metrics also reimplemented and checked against pytrec_eval.</a:t>
            </a:r>
            <a:endParaRPr sz="155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550"/>
              <a:t>Packaging: Docker, plus GitHub Actions that builds and runs the system on every push.</a:t>
            </a:r>
            <a:endParaRPr sz="1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Onboarding: find the code that does X without knowing what it is called.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Bug fixing and feature work: go straight to the right block instead of reading directory trees.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First stage of a RAG pipeline. Hands an LLM only the snippets it needs, which is the role the problem statement describes.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Code archaeology: which release introduced this behaviour. The versioned index answers it directly.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CPU only, so a laptop or a cheap VM is enough. No GPU budget, no external API, nothing leaves the machine.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Indexing cost grows with the codebase. Query cost does not: 8,765 documents still answer in milliseconds.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Results on CoIR AppsRetrieval, 3,765 queries against 8,765 solutions, CPU only:</a:t>
            </a:r>
            <a:endParaRPr sz="145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NDCG@10 0.57545, MRR@10 0.52798, Recall@10 0.727, against a baseline of 0.0660 and 0.0558</a:t>
            </a:r>
            <a:endParaRPr sz="13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Our own pipeline reproduces the MTEB score exactly, so it can be checked rather than taken on trust</a:t>
            </a:r>
            <a:endParaRPr sz="130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What worked:</a:t>
            </a:r>
            <a:endParaRPr sz="145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Context headers. Every chunk carries its file path and enclosing class or function, so a file named depth.py holds the concept even when the code never says it</a:t>
            </a:r>
            <a:endParaRPr sz="13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File-kind ranking. Docs and tests are prose, like questions, so they outranked real implementations. Down-weighting them moved top-1 from 5/10 to 8/10</a:t>
            </a:r>
            <a:endParaRPr sz="13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Fingerprints. The index knows when it is out of date and says so</a:t>
            </a:r>
            <a:endParaRPr sz="1300"/>
          </a:p>
          <a:p>
            <a:pPr marL="228600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Limitations:</a:t>
            </a:r>
            <a:endParaRPr sz="145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0.575 is an AppsRetrieval number and does not transfer unchanged to other codebases</a:t>
            </a:r>
            <a:endParaRPr sz="13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8/10 is optimistic. The penalty was chosen after seeing those ten questions, and ten is a small sample</a:t>
            </a:r>
            <a:endParaRPr sz="1300"/>
          </a:p>
          <a:p>
            <a:pPr marL="457200" lvl="1" indent="-1905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–"/>
            </a:pPr>
            <a:r>
              <a:rPr sz="1300"/>
              <a:t>A first index of a large repo is slow: 43 minutes for 654 files. Re-indexing a change is seconds</a:t>
            </a:r>
            <a:endParaRPr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Hybrid retrieval. Blend BM25 keyword scores with embedding scores. Embeddings are weak on exact terms like gzip or timeout, so this is the cheapest win left.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Query preprocessing. Expand the question before searching. "Too many links deep" never meets "depth"; rephrased by hand, the right file goes from rank 126 to rank 3.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tree-sitter, so AST chunking works beyond Python.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Faster first index. The main weakness now. Smaller structure-aware chunks and parallel embedding should cut the 43 minutes.</a:t>
            </a:r>
            <a:endParaRPr sz="1600"/>
          </a:p>
          <a:p>
            <a:pPr marL="228600" indent="-1905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600"/>
              <a:t>More labelled questions. Ten per repository catches large effects, not small ones.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sz="4400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Three improvements were built, measured and rejected: cross-encoder re-ranking (0.621 against a 0.674 baseline), pseudo-relevance feedback (0.57536 against 0.57545) and AST chunking (a tie). Reports and raw numbers are in the repo.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For every real-codebase test the correct answers were written down and committed before any search ran, so grading could not drift generous.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Tests caught three bugs that would have produced wrong results with no error: fp16 weights loading on CPU, MTEB's whitespace handling (3,687 of 8,765 documents differed) and line-ending conversion breaking an index checksum.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GitHub Actions builds the Docker image and runs the whole system offline on every push, evaluation included.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The brief assumed multi-pass retrieval would be needed. We tested it, measured that it hurt on this task, and wrote down why.</a:t>
            </a:r>
            <a:endParaRPr sz="1450"/>
          </a:p>
          <a:p>
            <a:pPr marL="228600" indent="-190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 pitchFamily="34" charset="0"/>
              <a:buChar char="•"/>
            </a:pPr>
            <a:r>
              <a:rPr sz="1450"/>
              <a:t>P0, P1 and the bonus are all delivered, each with a report and raw data in the repo.</a:t>
            </a:r>
            <a:endParaRPr sz="14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 panose="020F0502020204030204"/>
              <a:buNone/>
            </a:pPr>
            <a:r>
              <a:rPr lang="en-US" b="1">
                <a:solidFill>
                  <a:srgbClr val="704EA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Checklist- Updated on Public GitHub</a:t>
            </a:r>
            <a:endParaRPr lang="en-US" b="1">
              <a:solidFill>
                <a:srgbClr val="704EA6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6" name="Google Shape;156;p1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190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637E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Working prototype code — public or shared GitHub repo (Y/N): Y, github.com/Vishrut-10-Goel/Sam</a:t>
            </a:r>
            <a:endParaRPr sz="2800"/>
          </a:p>
          <a:p>
            <a:pPr marL="228600" indent="-190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637E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README with reproducible setup instructions (Y/N): Y</a:t>
            </a:r>
            <a:endParaRPr sz="2800"/>
          </a:p>
          <a:p>
            <a:pPr marL="228600" indent="-190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637E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Demo video, max 5 minutes (YouTube or Drive link): https://drive.google.com/file/d/1Q7Fo2h1sU-zAU98qJM5UCKXENwmgg-t8/view?usp=sharing</a:t>
            </a:r>
            <a:endParaRPr sz="2800"/>
          </a:p>
          <a:p>
            <a:pPr marL="228600" indent="-1905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3637E"/>
              </a:buClr>
              <a:buSzPts val="2800"/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Presentation file (PPT or PDF) (Y/N): Y</a:t>
            </a:r>
            <a:endParaRPr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 panose="020B0604020202020204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 panose="020F0502020204030204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7100</Words>
  <Application>WPS Presentation</Application>
  <PresentationFormat/>
  <Paragraphs>112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Binny Lakra/PRISM /SRI-Bangalore/Professional/Samsung Electronics</dc:creator>
  <cp:lastModifiedBy>Vishrut Goel</cp:lastModifiedBy>
  <cp:revision>1</cp:revision>
  <dcterms:created xsi:type="dcterms:W3CDTF">2026-09-30T17:40:15Z</dcterms:created>
  <dcterms:modified xsi:type="dcterms:W3CDTF">2026-09-30T17:40:15Z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ICV">
    <vt:lpwstr>11AE9BC105714C2EAD9A7F113D287B14_12</vt:lpwstr>
  </property>
  <property fmtid="{D5CDD505-2E9C-101B-9397-08002B2CF9AE}" pid="4" name="KSOProductBuildVer">
    <vt:lpwstr>2057-12.2.0.23206</vt:lpwstr>
  </property>
</Properties>
</file>